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14348" y="357166"/>
            <a:ext cx="8143932" cy="6072230"/>
          </a:xfrm>
        </p:spPr>
        <p:txBody>
          <a:bodyPr>
            <a:normAutofit fontScale="90000"/>
          </a:bodyPr>
          <a:lstStyle/>
          <a:p>
            <a:r>
              <a:rPr lang="pt-BR" sz="4000" dirty="0" smtClean="0"/>
              <a:t>Atividade Agenda 8</a:t>
            </a:r>
            <a:br>
              <a:rPr lang="pt-BR" sz="4000" dirty="0" smtClean="0"/>
            </a:br>
            <a:r>
              <a:rPr lang="pt-BR" sz="4000" dirty="0" smtClean="0"/>
              <a:t/>
            </a:r>
            <a:br>
              <a:rPr lang="pt-BR" sz="4000" dirty="0" smtClean="0"/>
            </a:br>
            <a:r>
              <a:rPr lang="pt-BR" sz="4000" dirty="0" smtClean="0"/>
              <a:t>Apresentação técnica do projeto</a:t>
            </a:r>
            <a:br>
              <a:rPr lang="pt-BR" sz="4000" dirty="0" smtClean="0"/>
            </a:br>
            <a:r>
              <a:rPr lang="pt-BR" sz="4000" dirty="0" smtClean="0"/>
              <a:t/>
            </a:r>
            <a:br>
              <a:rPr lang="pt-BR" sz="4000" dirty="0" smtClean="0"/>
            </a:br>
            <a:r>
              <a:rPr lang="pt-BR" sz="4000" dirty="0" smtClean="0"/>
              <a:t>Aluno: Diogo dos Santos Francisco</a:t>
            </a:r>
            <a:br>
              <a:rPr lang="pt-BR" sz="4000" dirty="0" smtClean="0"/>
            </a:br>
            <a:r>
              <a:rPr lang="pt-BR" sz="4000" dirty="0" smtClean="0"/>
              <a:t/>
            </a:r>
            <a:br>
              <a:rPr lang="pt-BR" sz="4000" dirty="0" smtClean="0"/>
            </a:br>
            <a:r>
              <a:rPr lang="pt-BR" sz="4000" dirty="0" smtClean="0"/>
              <a:t>Professor: </a:t>
            </a:r>
            <a:r>
              <a:rPr lang="pt-BR" sz="4000" dirty="0" err="1" smtClean="0"/>
              <a:t>Jussimar</a:t>
            </a:r>
            <a:r>
              <a:rPr lang="pt-BR" sz="4000" dirty="0" smtClean="0"/>
              <a:t/>
            </a:r>
            <a:br>
              <a:rPr lang="pt-BR" sz="4000" dirty="0" smtClean="0"/>
            </a:br>
            <a:r>
              <a:rPr lang="pt-BR" sz="4000" dirty="0" smtClean="0"/>
              <a:t/>
            </a:r>
            <a:br>
              <a:rPr lang="pt-BR" sz="4000" dirty="0" smtClean="0"/>
            </a:br>
            <a:r>
              <a:rPr lang="pt-BR" sz="4000" dirty="0" smtClean="0"/>
              <a:t>Disciplina: Desenvolvimento de </a:t>
            </a:r>
            <a:r>
              <a:rPr lang="pt-BR" sz="4000" dirty="0" smtClean="0"/>
              <a:t>Sistemas II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158" y="714356"/>
            <a:ext cx="8229600" cy="5429288"/>
          </a:xfrm>
        </p:spPr>
        <p:txBody>
          <a:bodyPr/>
          <a:lstStyle/>
          <a:p>
            <a:pPr algn="ctr">
              <a:buNone/>
            </a:pPr>
            <a:r>
              <a:rPr lang="pt-BR" b="1" dirty="0" smtClean="0"/>
              <a:t>Objetivos do Projeto</a:t>
            </a:r>
          </a:p>
          <a:p>
            <a:pPr algn="ctr">
              <a:buNone/>
            </a:pPr>
            <a:endParaRPr lang="pt-BR" b="1" dirty="0" smtClean="0"/>
          </a:p>
          <a:p>
            <a:r>
              <a:rPr lang="pt-BR" dirty="0" smtClean="0"/>
              <a:t>Desenvolver uma aplicação web interativa em </a:t>
            </a:r>
            <a:r>
              <a:rPr lang="pt-BR" b="1" dirty="0" smtClean="0"/>
              <a:t>PHP</a:t>
            </a:r>
            <a:r>
              <a:rPr lang="pt-BR" dirty="0" smtClean="0"/>
              <a:t> e </a:t>
            </a:r>
            <a:r>
              <a:rPr lang="pt-BR" b="1" dirty="0" err="1" smtClean="0"/>
              <a:t>MySQL</a:t>
            </a:r>
            <a:r>
              <a:rPr lang="pt-BR" dirty="0" smtClean="0"/>
              <a:t>. </a:t>
            </a:r>
          </a:p>
          <a:p>
            <a:r>
              <a:rPr lang="pt-BR" dirty="0" smtClean="0"/>
              <a:t>Implementar o </a:t>
            </a:r>
            <a:r>
              <a:rPr lang="pt-BR" dirty="0" smtClean="0"/>
              <a:t>controle </a:t>
            </a:r>
            <a:r>
              <a:rPr lang="pt-BR" dirty="0" smtClean="0"/>
              <a:t>de acesso via </a:t>
            </a:r>
            <a:r>
              <a:rPr lang="pt-BR" b="1" dirty="0" smtClean="0"/>
              <a:t>Sistema de </a:t>
            </a:r>
            <a:r>
              <a:rPr lang="pt-BR" b="1" dirty="0" err="1" smtClean="0"/>
              <a:t>Login</a:t>
            </a:r>
            <a:r>
              <a:rPr lang="pt-BR" dirty="0" smtClean="0"/>
              <a:t>.</a:t>
            </a:r>
          </a:p>
          <a:p>
            <a:r>
              <a:rPr lang="pt-BR" dirty="0" smtClean="0"/>
              <a:t>Gerir os dados de </a:t>
            </a:r>
            <a:r>
              <a:rPr lang="pt-BR" dirty="0" smtClean="0"/>
              <a:t>contatos </a:t>
            </a:r>
            <a:r>
              <a:rPr lang="pt-BR" dirty="0" smtClean="0"/>
              <a:t>através de um </a:t>
            </a:r>
            <a:r>
              <a:rPr lang="pt-BR" b="1" dirty="0" smtClean="0"/>
              <a:t>CRUD completo</a:t>
            </a:r>
            <a:r>
              <a:rPr lang="pt-BR" dirty="0" smtClean="0"/>
              <a:t> (Cadastro, Listagem, Atualização e Remoção)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411807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2800" b="1" dirty="0" smtClean="0"/>
              <a:t>Sistema de </a:t>
            </a:r>
            <a:r>
              <a:rPr lang="pt-BR" sz="2800" b="1" dirty="0" err="1" smtClean="0"/>
              <a:t>Login</a:t>
            </a:r>
            <a:r>
              <a:rPr lang="pt-BR" sz="2800" b="1" dirty="0" smtClean="0"/>
              <a:t> e Autenticação</a:t>
            </a:r>
          </a:p>
          <a:p>
            <a:pPr algn="ctr">
              <a:buNone/>
            </a:pPr>
            <a:endParaRPr lang="pt-BR" sz="2800" b="1" dirty="0" smtClean="0"/>
          </a:p>
          <a:p>
            <a:r>
              <a:rPr lang="pt-BR" sz="2800" b="1" dirty="0" smtClean="0"/>
              <a:t>Ação:</a:t>
            </a:r>
            <a:r>
              <a:rPr lang="pt-BR" sz="2800" dirty="0" smtClean="0"/>
              <a:t> Validação de </a:t>
            </a:r>
            <a:r>
              <a:rPr lang="pt-BR" sz="2800" dirty="0" smtClean="0"/>
              <a:t>usuários antes de entrar na aplicação</a:t>
            </a:r>
            <a:r>
              <a:rPr lang="pt-BR" sz="2800" dirty="0" smtClean="0"/>
              <a:t>.</a:t>
            </a:r>
          </a:p>
          <a:p>
            <a:endParaRPr lang="pt-BR" sz="2800" dirty="0" smtClean="0"/>
          </a:p>
          <a:p>
            <a:r>
              <a:rPr lang="pt-BR" sz="2800" b="1" dirty="0" smtClean="0"/>
              <a:t>Habilidades adquiridas:</a:t>
            </a:r>
            <a:endParaRPr lang="pt-BR" sz="2800" dirty="0" smtClean="0"/>
          </a:p>
          <a:p>
            <a:pPr lvl="1"/>
            <a:r>
              <a:rPr lang="pt-BR" dirty="0" smtClean="0"/>
              <a:t>Consulta SQL (SELECT * FROM </a:t>
            </a:r>
            <a:r>
              <a:rPr lang="pt-BR" dirty="0" err="1" smtClean="0"/>
              <a:t>usuario</a:t>
            </a:r>
            <a:r>
              <a:rPr lang="pt-BR" dirty="0" smtClean="0"/>
              <a:t> WHERE </a:t>
            </a:r>
            <a:r>
              <a:rPr lang="pt-BR" dirty="0" err="1" smtClean="0"/>
              <a:t>login</a:t>
            </a:r>
            <a:r>
              <a:rPr lang="pt-BR" dirty="0" smtClean="0"/>
              <a:t> = ... AND senha = ...).</a:t>
            </a:r>
          </a:p>
          <a:p>
            <a:pPr lvl="1"/>
            <a:r>
              <a:rPr lang="pt-BR" dirty="0" smtClean="0"/>
              <a:t>Utilização de </a:t>
            </a:r>
            <a:r>
              <a:rPr lang="pt-BR" b="1" dirty="0" smtClean="0"/>
              <a:t>Sessões PHP</a:t>
            </a:r>
            <a:r>
              <a:rPr lang="pt-BR" dirty="0" smtClean="0"/>
              <a:t> (</a:t>
            </a:r>
            <a:r>
              <a:rPr lang="pt-BR" dirty="0" err="1" smtClean="0"/>
              <a:t>session_start</a:t>
            </a:r>
            <a:r>
              <a:rPr lang="pt-BR" dirty="0" smtClean="0"/>
              <a:t>()) para manter o navegador autenticado.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69755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b="1" dirty="0" smtClean="0"/>
              <a:t>Painel Principal (</a:t>
            </a:r>
            <a:r>
              <a:rPr lang="pt-BR" b="1" dirty="0" err="1" smtClean="0"/>
              <a:t>index</a:t>
            </a:r>
            <a:r>
              <a:rPr lang="pt-BR" b="1" dirty="0" smtClean="0"/>
              <a:t>.</a:t>
            </a:r>
            <a:r>
              <a:rPr lang="pt-BR" b="1" dirty="0" err="1" smtClean="0"/>
              <a:t>php</a:t>
            </a:r>
            <a:r>
              <a:rPr lang="pt-BR" b="1" dirty="0" smtClean="0"/>
              <a:t>)</a:t>
            </a:r>
          </a:p>
          <a:p>
            <a:pPr algn="ctr"/>
            <a:endParaRPr lang="pt-BR" b="1" dirty="0" smtClean="0"/>
          </a:p>
          <a:p>
            <a:pPr>
              <a:buNone/>
            </a:pPr>
            <a:r>
              <a:rPr lang="pt-BR" dirty="0" smtClean="0"/>
              <a:t>   Tela inicial com navegação para as principais funcionalidades: </a:t>
            </a:r>
          </a:p>
          <a:p>
            <a:pPr>
              <a:buNone/>
            </a:pPr>
            <a:r>
              <a:rPr lang="pt-BR" dirty="0" smtClean="0"/>
              <a:t>  Botão </a:t>
            </a:r>
            <a:r>
              <a:rPr lang="pt-BR" b="1" dirty="0" smtClean="0"/>
              <a:t>Adicionar</a:t>
            </a:r>
            <a:r>
              <a:rPr lang="pt-BR" dirty="0" smtClean="0"/>
              <a:t> (cadastro.</a:t>
            </a:r>
            <a:r>
              <a:rPr lang="pt-BR" dirty="0" err="1" smtClean="0"/>
              <a:t>php</a:t>
            </a:r>
            <a:r>
              <a:rPr lang="pt-BR" dirty="0" smtClean="0"/>
              <a:t>)</a:t>
            </a:r>
          </a:p>
          <a:p>
            <a:pPr>
              <a:buNone/>
            </a:pPr>
            <a:r>
              <a:rPr lang="pt-BR" dirty="0" smtClean="0"/>
              <a:t>  Botão </a:t>
            </a:r>
            <a:r>
              <a:rPr lang="pt-BR" b="1" dirty="0" smtClean="0"/>
              <a:t>Listar</a:t>
            </a:r>
            <a:r>
              <a:rPr lang="pt-BR" dirty="0" smtClean="0"/>
              <a:t> (listar.</a:t>
            </a:r>
            <a:r>
              <a:rPr lang="pt-BR" dirty="0" err="1" smtClean="0"/>
              <a:t>php</a:t>
            </a:r>
            <a:r>
              <a:rPr lang="pt-BR" dirty="0" smtClean="0"/>
              <a:t>)</a:t>
            </a: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Habilidades adquiridas:</a:t>
            </a:r>
          </a:p>
          <a:p>
            <a:pPr>
              <a:buNone/>
            </a:pPr>
            <a:r>
              <a:rPr lang="pt-BR" dirty="0" smtClean="0"/>
              <a:t>- Criar botões para navegação entre páginas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69755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b="1" dirty="0" smtClean="0"/>
              <a:t>Inserção de Dados — </a:t>
            </a:r>
            <a:r>
              <a:rPr lang="pt-BR" b="1" dirty="0" err="1" smtClean="0"/>
              <a:t>Create</a:t>
            </a:r>
            <a:r>
              <a:rPr lang="pt-BR" b="1" dirty="0" smtClean="0"/>
              <a:t> (cadastro.</a:t>
            </a:r>
            <a:r>
              <a:rPr lang="pt-BR" b="1" dirty="0" err="1" smtClean="0"/>
              <a:t>php</a:t>
            </a:r>
            <a:r>
              <a:rPr lang="pt-BR" b="1" dirty="0" smtClean="0"/>
              <a:t> &amp; </a:t>
            </a:r>
            <a:r>
              <a:rPr lang="pt-BR" b="1" dirty="0" err="1" smtClean="0"/>
              <a:t>cadastroAction</a:t>
            </a:r>
            <a:r>
              <a:rPr lang="pt-BR" b="1" dirty="0" smtClean="0"/>
              <a:t>.</a:t>
            </a:r>
            <a:r>
              <a:rPr lang="pt-BR" b="1" dirty="0" err="1" smtClean="0"/>
              <a:t>php</a:t>
            </a:r>
            <a:r>
              <a:rPr lang="pt-BR" b="1" dirty="0" smtClean="0"/>
              <a:t>)</a:t>
            </a:r>
          </a:p>
          <a:p>
            <a:endParaRPr lang="pt-BR" b="1" dirty="0" smtClean="0"/>
          </a:p>
          <a:p>
            <a:r>
              <a:rPr lang="pt-BR" b="1" dirty="0" smtClean="0"/>
              <a:t>Interface:</a:t>
            </a:r>
            <a:r>
              <a:rPr lang="pt-BR" dirty="0" smtClean="0"/>
              <a:t> Formulário para capturar Nome, Apelido e </a:t>
            </a:r>
            <a:r>
              <a:rPr lang="pt-BR" dirty="0" err="1" smtClean="0"/>
              <a:t>E-mail</a:t>
            </a:r>
            <a:r>
              <a:rPr lang="pt-BR" dirty="0" smtClean="0"/>
              <a:t>. </a:t>
            </a:r>
          </a:p>
          <a:p>
            <a:r>
              <a:rPr lang="pt-BR" b="1" dirty="0" smtClean="0"/>
              <a:t>Habilidade adquirida:</a:t>
            </a:r>
            <a:endParaRPr lang="pt-BR" dirty="0" smtClean="0"/>
          </a:p>
          <a:p>
            <a:pPr lvl="1"/>
            <a:r>
              <a:rPr lang="pt-BR" dirty="0" smtClean="0"/>
              <a:t>Conexão via </a:t>
            </a:r>
            <a:r>
              <a:rPr lang="pt-BR" dirty="0" err="1" smtClean="0"/>
              <a:t>new</a:t>
            </a:r>
            <a:r>
              <a:rPr lang="pt-BR" dirty="0" smtClean="0"/>
              <a:t> </a:t>
            </a:r>
            <a:r>
              <a:rPr lang="pt-BR" dirty="0" err="1" smtClean="0"/>
              <a:t>mysqli</a:t>
            </a:r>
            <a:r>
              <a:rPr lang="pt-BR" dirty="0" smtClean="0"/>
              <a:t>(...). </a:t>
            </a:r>
          </a:p>
          <a:p>
            <a:pPr lvl="1"/>
            <a:r>
              <a:rPr lang="pt-BR" dirty="0" smtClean="0"/>
              <a:t>Execução do comando SQL: INSERT INTO amigo (nome, apelido, email) VALUES (...). </a:t>
            </a:r>
          </a:p>
          <a:p>
            <a:pPr lvl="1"/>
            <a:r>
              <a:rPr lang="pt-BR" dirty="0" smtClean="0"/>
              <a:t>Confirmação visual </a:t>
            </a:r>
            <a:r>
              <a:rPr lang="pt-BR" dirty="0" smtClean="0"/>
              <a:t>no navegador. 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/>
          <a:lstStyle/>
          <a:p>
            <a:pPr algn="ctr">
              <a:buNone/>
            </a:pPr>
            <a:r>
              <a:rPr lang="pt-BR" b="1" dirty="0" smtClean="0"/>
              <a:t>Leitura e Consulta — </a:t>
            </a:r>
            <a:r>
              <a:rPr lang="pt-BR" b="1" dirty="0" err="1" smtClean="0"/>
              <a:t>Read</a:t>
            </a:r>
            <a:r>
              <a:rPr lang="pt-BR" b="1" dirty="0" smtClean="0"/>
              <a:t> (listar.</a:t>
            </a:r>
            <a:r>
              <a:rPr lang="pt-BR" b="1" dirty="0" err="1" smtClean="0"/>
              <a:t>php</a:t>
            </a:r>
            <a:r>
              <a:rPr lang="pt-BR" b="1" dirty="0" smtClean="0"/>
              <a:t>)</a:t>
            </a:r>
          </a:p>
          <a:p>
            <a:pPr algn="ctr">
              <a:buNone/>
            </a:pPr>
            <a:endParaRPr lang="pt-BR" b="1" dirty="0" smtClean="0"/>
          </a:p>
          <a:p>
            <a:r>
              <a:rPr lang="pt-BR" b="1" dirty="0" smtClean="0"/>
              <a:t>Interface:</a:t>
            </a:r>
            <a:r>
              <a:rPr lang="pt-BR" dirty="0" smtClean="0"/>
              <a:t> Tabela dinâmica que lê todos os </a:t>
            </a:r>
            <a:r>
              <a:rPr lang="pt-BR" dirty="0" err="1" smtClean="0"/>
              <a:t>registos</a:t>
            </a:r>
            <a:r>
              <a:rPr lang="pt-BR" dirty="0" smtClean="0"/>
              <a:t>. </a:t>
            </a:r>
          </a:p>
          <a:p>
            <a:r>
              <a:rPr lang="pt-BR" b="1" dirty="0" smtClean="0"/>
              <a:t>Habilidade adquirida:</a:t>
            </a:r>
            <a:endParaRPr lang="pt-BR" dirty="0" smtClean="0"/>
          </a:p>
          <a:p>
            <a:pPr lvl="1"/>
            <a:r>
              <a:rPr lang="pt-BR" dirty="0" smtClean="0"/>
              <a:t>Execução do comando SELECT * FROM amigo. </a:t>
            </a:r>
          </a:p>
          <a:p>
            <a:pPr lvl="1"/>
            <a:r>
              <a:rPr lang="pt-BR" dirty="0" smtClean="0"/>
              <a:t>Utilização do laço </a:t>
            </a:r>
            <a:r>
              <a:rPr lang="pt-BR" dirty="0" err="1" smtClean="0"/>
              <a:t>foreach</a:t>
            </a:r>
            <a:r>
              <a:rPr lang="pt-BR" dirty="0" smtClean="0"/>
              <a:t> para gerar as linhas &lt;</a:t>
            </a:r>
            <a:r>
              <a:rPr lang="pt-BR" dirty="0" err="1" smtClean="0"/>
              <a:t>tr</a:t>
            </a:r>
            <a:r>
              <a:rPr lang="pt-BR" dirty="0" smtClean="0"/>
              <a:t>&gt; e colunas &lt;</a:t>
            </a:r>
            <a:r>
              <a:rPr lang="pt-BR" dirty="0" err="1" smtClean="0"/>
              <a:t>td</a:t>
            </a:r>
            <a:r>
              <a:rPr lang="pt-BR" dirty="0" smtClean="0"/>
              <a:t>&gt; da tabela em HTML. </a:t>
            </a:r>
          </a:p>
          <a:p>
            <a:pPr lvl="1"/>
            <a:r>
              <a:rPr lang="pt-BR" dirty="0" smtClean="0"/>
              <a:t>Inclusão de botões/ícones para as ações de </a:t>
            </a:r>
            <a:r>
              <a:rPr lang="pt-BR" b="1" dirty="0" smtClean="0"/>
              <a:t>Excluir</a:t>
            </a:r>
            <a:r>
              <a:rPr lang="pt-BR" dirty="0" smtClean="0"/>
              <a:t> e </a:t>
            </a:r>
            <a:r>
              <a:rPr lang="pt-BR" b="1" dirty="0" smtClean="0"/>
              <a:t>Atualizar</a:t>
            </a:r>
            <a:r>
              <a:rPr lang="pt-BR" dirty="0" smtClean="0"/>
              <a:t> em cada linha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697559"/>
          </a:xfrm>
        </p:spPr>
        <p:txBody>
          <a:bodyPr/>
          <a:lstStyle/>
          <a:p>
            <a:pPr algn="ctr">
              <a:buNone/>
            </a:pPr>
            <a:r>
              <a:rPr lang="pt-BR" b="1" dirty="0" smtClean="0"/>
              <a:t>Atualização — </a:t>
            </a:r>
            <a:r>
              <a:rPr lang="pt-BR" b="1" dirty="0" err="1" smtClean="0"/>
              <a:t>Update</a:t>
            </a:r>
            <a:r>
              <a:rPr lang="pt-BR" b="1" dirty="0" smtClean="0"/>
              <a:t> (atualizar.</a:t>
            </a:r>
            <a:r>
              <a:rPr lang="pt-BR" b="1" dirty="0" err="1" smtClean="0"/>
              <a:t>php</a:t>
            </a:r>
            <a:r>
              <a:rPr lang="pt-BR" b="1" dirty="0" smtClean="0"/>
              <a:t> &amp; </a:t>
            </a:r>
            <a:r>
              <a:rPr lang="pt-BR" b="1" dirty="0" err="1" smtClean="0"/>
              <a:t>atualizarAction</a:t>
            </a:r>
            <a:r>
              <a:rPr lang="pt-BR" b="1" dirty="0" smtClean="0"/>
              <a:t>.</a:t>
            </a:r>
            <a:r>
              <a:rPr lang="pt-BR" b="1" dirty="0" err="1" smtClean="0"/>
              <a:t>php</a:t>
            </a:r>
            <a:r>
              <a:rPr lang="pt-BR" b="1" dirty="0" smtClean="0"/>
              <a:t>)</a:t>
            </a:r>
          </a:p>
          <a:p>
            <a:pPr algn="ctr">
              <a:buNone/>
            </a:pPr>
            <a:endParaRPr lang="pt-BR" b="1" dirty="0" smtClean="0"/>
          </a:p>
          <a:p>
            <a:r>
              <a:rPr lang="pt-BR" b="1" dirty="0" smtClean="0"/>
              <a:t>Habilidades adquiridas:</a:t>
            </a:r>
          </a:p>
          <a:p>
            <a:pPr lvl="1"/>
            <a:r>
              <a:rPr lang="pt-BR" dirty="0" smtClean="0"/>
              <a:t>O formulário envia as alterações por POST para a instrução UPDATE amigo SET ... WHERE </a:t>
            </a:r>
            <a:r>
              <a:rPr lang="pt-BR" dirty="0" err="1" smtClean="0"/>
              <a:t>idamigo</a:t>
            </a:r>
            <a:r>
              <a:rPr lang="pt-BR" dirty="0" smtClean="0"/>
              <a:t> = ....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697559"/>
          </a:xfrm>
        </p:spPr>
        <p:txBody>
          <a:bodyPr/>
          <a:lstStyle/>
          <a:p>
            <a:pPr algn="ctr">
              <a:buNone/>
            </a:pPr>
            <a:r>
              <a:rPr lang="pt-BR" b="1" dirty="0" smtClean="0"/>
              <a:t>Remoção — Delete (excluir.</a:t>
            </a:r>
            <a:r>
              <a:rPr lang="pt-BR" b="1" dirty="0" err="1" smtClean="0"/>
              <a:t>php</a:t>
            </a:r>
            <a:r>
              <a:rPr lang="pt-BR" b="1" dirty="0" smtClean="0"/>
              <a:t> &amp; </a:t>
            </a:r>
            <a:r>
              <a:rPr lang="pt-BR" b="1" dirty="0" err="1" smtClean="0"/>
              <a:t>excluirAction</a:t>
            </a:r>
            <a:r>
              <a:rPr lang="pt-BR" b="1" dirty="0" smtClean="0"/>
              <a:t>.</a:t>
            </a:r>
            <a:r>
              <a:rPr lang="pt-BR" b="1" dirty="0" err="1" smtClean="0"/>
              <a:t>php</a:t>
            </a:r>
            <a:r>
              <a:rPr lang="pt-BR" b="1" dirty="0" smtClean="0"/>
              <a:t>)</a:t>
            </a:r>
          </a:p>
          <a:p>
            <a:pPr algn="ctr">
              <a:buNone/>
            </a:pPr>
            <a:endParaRPr lang="pt-BR" b="1" dirty="0" smtClean="0"/>
          </a:p>
          <a:p>
            <a:r>
              <a:rPr lang="pt-BR" b="1" dirty="0" smtClean="0"/>
              <a:t>Habilidades adquiridas:</a:t>
            </a:r>
            <a:endParaRPr lang="pt-BR" dirty="0" smtClean="0"/>
          </a:p>
          <a:p>
            <a:pPr lvl="1"/>
            <a:r>
              <a:rPr lang="pt-BR" dirty="0" smtClean="0"/>
              <a:t>Execução da instrução SQL: DELETE FROM amigo WHERE </a:t>
            </a:r>
            <a:r>
              <a:rPr lang="pt-BR" dirty="0" err="1" smtClean="0"/>
              <a:t>idamigo</a:t>
            </a:r>
            <a:r>
              <a:rPr lang="pt-BR" dirty="0" smtClean="0"/>
              <a:t> = .... </a:t>
            </a:r>
          </a:p>
          <a:p>
            <a:pPr lvl="1"/>
            <a:r>
              <a:rPr lang="pt-BR" dirty="0" smtClean="0"/>
              <a:t>Mensagem de sucesso e redirecionamento de volta para a lista.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b="1" dirty="0" smtClean="0"/>
              <a:t>Conclusão e Resultados</a:t>
            </a:r>
          </a:p>
          <a:p>
            <a:pPr algn="ctr">
              <a:buNone/>
            </a:pPr>
            <a:endParaRPr lang="pt-BR" b="1" dirty="0" smtClean="0"/>
          </a:p>
          <a:p>
            <a:r>
              <a:rPr lang="pt-BR" dirty="0" smtClean="0"/>
              <a:t>Aprendizados adquiridos na disciplina (persistência de dados, integração entre PHP e </a:t>
            </a:r>
            <a:r>
              <a:rPr lang="pt-BR" dirty="0" err="1" smtClean="0"/>
              <a:t>MySQL</a:t>
            </a:r>
            <a:r>
              <a:rPr lang="pt-BR" dirty="0" smtClean="0"/>
              <a:t>).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324</Words>
  <PresentationFormat>Apresentação na tela (4:3)</PresentationFormat>
  <Paragraphs>47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Tema do Office</vt:lpstr>
      <vt:lpstr>Atividade Agenda 8  Apresentação técnica do projeto  Aluno: Diogo dos Santos Francisco  Professor: Jussimar  Disciplina: Desenvolvimento de Sistemas II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Agenda 8  Apresentação técnica do projeto  Aluno: Diogo dos Santos Francisco  Professor: Jussimar  Disciplina: Desenvolvimento de Sistemas </dc:title>
  <dc:creator>diogo</dc:creator>
  <cp:lastModifiedBy>diogo</cp:lastModifiedBy>
  <cp:revision>5</cp:revision>
  <dcterms:created xsi:type="dcterms:W3CDTF">2026-09-25T21:26:03Z</dcterms:created>
  <dcterms:modified xsi:type="dcterms:W3CDTF">2026-09-26T22:20:58Z</dcterms:modified>
</cp:coreProperties>
</file>